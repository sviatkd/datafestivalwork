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Very Savagely Presented Plots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#Part 1 Univariate Visuals</a:t>
            </a:r>
          </a:p>
          <a:p>
            <a:pPr lvl="0" indent="0" marL="0">
              <a:buNone/>
            </a:pPr>
            <a:r>
              <a:rPr/>
              <a:t>Labour Market Makeup and Gentrification</a:t>
            </a:r>
          </a:p>
        </p:txBody>
      </p:sp>
      <p:pic>
        <p:nvPicPr>
          <p:cNvPr descr="presentation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Housing Market Makeup and Gentrification</a:t>
            </a:r>
          </a:p>
        </p:txBody>
      </p:sp>
      <p:pic>
        <p:nvPicPr>
          <p:cNvPr descr="presentation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Country of Birth and Gentrification</a:t>
            </a:r>
          </a:p>
        </p:txBody>
      </p:sp>
      <p:pic>
        <p:nvPicPr>
          <p:cNvPr descr="presentation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85800"/>
            <a:ext cx="5105400" cy="340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#Part 2 Multivariate Visuals with Ball Mapper</a:t>
            </a:r>
          </a:p>
        </p:txBody>
      </p:sp>
      <p:pic>
        <p:nvPicPr>
          <p:cNvPr descr="presentation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977900"/>
            <a:ext cx="5105400" cy="283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sentation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10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sentation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10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sentation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10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sentation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10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sentation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10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sentation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4000" y="1193800"/>
            <a:ext cx="610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Very Savagely Presented Plots</dc:title>
  <dc:creator/>
  <cp:keywords/>
  <dcterms:created xsi:type="dcterms:W3CDTF">2026-10-20T10:10:17Z</dcterms:created>
  <dcterms:modified xsi:type="dcterms:W3CDTF">2026-10-20T10:10:17Z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